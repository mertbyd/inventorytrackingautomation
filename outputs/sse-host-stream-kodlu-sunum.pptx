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362d9ef904dbf" /><Relationship Type="http://schemas.openxmlformats.org/officeDocument/2006/relationships/extended-properties" Target="/docProps/app.xml" Id="R626f4438b4564bd6" /><Relationship Type="http://schemas.openxmlformats.org/officeDocument/2006/relationships/officeDocument" Target="/ppt/presentation.xml" Id="R2535f3d0c64a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c136784664349"/>
  </p:sldMasterIdLst>
  <p:notesMasterIdLst>
    <p:notesMasterId xmlns:r="http://schemas.openxmlformats.org/officeDocument/2006/relationships" r:id="R2d8b27690c624ae2"/>
  </p:notesMasterIdLst>
  <p:sldIdLst>
    <p:sldId xmlns:r="http://schemas.openxmlformats.org/officeDocument/2006/relationships" id="256" r:id="Rf908c29fded54104"/>
    <p:sldId xmlns:r="http://schemas.openxmlformats.org/officeDocument/2006/relationships" id="257" r:id="R5d62995ebac04d39"/>
    <p:sldId xmlns:r="http://schemas.openxmlformats.org/officeDocument/2006/relationships" id="258" r:id="Re20800ca4609401d"/>
    <p:sldId xmlns:r="http://schemas.openxmlformats.org/officeDocument/2006/relationships" id="259" r:id="R00458647e2df45f4"/>
    <p:sldId xmlns:r="http://schemas.openxmlformats.org/officeDocument/2006/relationships" id="260" r:id="R3451526b41204ae3"/>
    <p:sldId xmlns:r="http://schemas.openxmlformats.org/officeDocument/2006/relationships" id="261" r:id="R14e227297f5348dc"/>
    <p:sldId xmlns:r="http://schemas.openxmlformats.org/officeDocument/2006/relationships" id="262" r:id="Rcd8c06356d08436f"/>
    <p:sldId xmlns:r="http://schemas.openxmlformats.org/officeDocument/2006/relationships" id="263" r:id="R1a853a9da4f749d8"/>
    <p:sldId xmlns:r="http://schemas.openxmlformats.org/officeDocument/2006/relationships" id="264" r:id="Re3cc965e83be464a"/>
    <p:sldId xmlns:r="http://schemas.openxmlformats.org/officeDocument/2006/relationships" id="265" r:id="R9d8be98e594b4ef9"/>
    <p:sldId xmlns:r="http://schemas.openxmlformats.org/officeDocument/2006/relationships" id="266" r:id="R90246e3ee7d744b0"/>
    <p:sldId xmlns:r="http://schemas.openxmlformats.org/officeDocument/2006/relationships" id="267" r:id="Rf002e46ec8c9465a"/>
    <p:sldId xmlns:r="http://schemas.openxmlformats.org/officeDocument/2006/relationships" id="268" r:id="R4d792f072f7143c1"/>
    <p:sldId xmlns:r="http://schemas.openxmlformats.org/officeDocument/2006/relationships" id="269" r:id="Ra7b85fcdbabd4b31"/>
    <p:sldId xmlns:r="http://schemas.openxmlformats.org/officeDocument/2006/relationships" id="270" r:id="R409e16b5c0c340d0"/>
    <p:sldId xmlns:r="http://schemas.openxmlformats.org/officeDocument/2006/relationships" id="271" r:id="Rfcde3c943b6643e9"/>
    <p:sldId xmlns:r="http://schemas.openxmlformats.org/officeDocument/2006/relationships" id="272" r:id="R8cd8e60864bc4d03"/>
    <p:sldId xmlns:r="http://schemas.openxmlformats.org/officeDocument/2006/relationships" id="273" r:id="R13272fe8c77046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a9b9a5d3fc4a5d" /><Relationship Type="http://schemas.openxmlformats.org/officeDocument/2006/relationships/slideMaster" Target="/ppt/slideMasters/slideMaster1.xml" Id="R96ec136784664349" /><Relationship Type="http://schemas.openxmlformats.org/officeDocument/2006/relationships/notesMaster" Target="/ppt/notesMasters/notesMaster1.xml" Id="R2d8b27690c624ae2" /><Relationship Type="http://schemas.openxmlformats.org/officeDocument/2006/relationships/presProps" Target="/ppt/presProps.xml" Id="Rc6940744fb7449d5" /><Relationship Type="http://schemas.openxmlformats.org/officeDocument/2006/relationships/tableStyles" Target="/ppt/tableStyles.xml" Id="R45bb419af5474bfd" /><Relationship Type="http://schemas.openxmlformats.org/officeDocument/2006/relationships/slide" Target="/ppt/slides/slide1.xml" Id="Rf908c29fded54104" /><Relationship Type="http://schemas.openxmlformats.org/officeDocument/2006/relationships/slide" Target="/ppt/slides/slide2.xml" Id="R5d62995ebac04d39" /><Relationship Type="http://schemas.openxmlformats.org/officeDocument/2006/relationships/slide" Target="/ppt/slides/slide3.xml" Id="Re20800ca4609401d" /><Relationship Type="http://schemas.openxmlformats.org/officeDocument/2006/relationships/slide" Target="/ppt/slides/slide4.xml" Id="R00458647e2df45f4" /><Relationship Type="http://schemas.openxmlformats.org/officeDocument/2006/relationships/slide" Target="/ppt/slides/slide5.xml" Id="R3451526b41204ae3" /><Relationship Type="http://schemas.openxmlformats.org/officeDocument/2006/relationships/slide" Target="/ppt/slides/slide6.xml" Id="R14e227297f5348dc" /><Relationship Type="http://schemas.openxmlformats.org/officeDocument/2006/relationships/slide" Target="/ppt/slides/slide7.xml" Id="Rcd8c06356d08436f" /><Relationship Type="http://schemas.openxmlformats.org/officeDocument/2006/relationships/slide" Target="/ppt/slides/slide8.xml" Id="R1a853a9da4f749d8" /><Relationship Type="http://schemas.openxmlformats.org/officeDocument/2006/relationships/slide" Target="/ppt/slides/slide9.xml" Id="Re3cc965e83be464a" /><Relationship Type="http://schemas.openxmlformats.org/officeDocument/2006/relationships/slide" Target="/ppt/slides/slide10.xml" Id="R9d8be98e594b4ef9" /><Relationship Type="http://schemas.openxmlformats.org/officeDocument/2006/relationships/slide" Target="/ppt/slides/slide11.xml" Id="R90246e3ee7d744b0" /><Relationship Type="http://schemas.openxmlformats.org/officeDocument/2006/relationships/slide" Target="/ppt/slides/slide12.xml" Id="Rf002e46ec8c9465a" /><Relationship Type="http://schemas.openxmlformats.org/officeDocument/2006/relationships/slide" Target="/ppt/slides/slide13.xml" Id="R4d792f072f7143c1" /><Relationship Type="http://schemas.openxmlformats.org/officeDocument/2006/relationships/slide" Target="/ppt/slides/slide14.xml" Id="Ra7b85fcdbabd4b31" /><Relationship Type="http://schemas.openxmlformats.org/officeDocument/2006/relationships/slide" Target="/ppt/slides/slide15.xml" Id="R409e16b5c0c340d0" /><Relationship Type="http://schemas.openxmlformats.org/officeDocument/2006/relationships/slide" Target="/ppt/slides/slide16.xml" Id="Rfcde3c943b6643e9" /><Relationship Type="http://schemas.openxmlformats.org/officeDocument/2006/relationships/slide" Target="/ppt/slides/slide17.xml" Id="R8cd8e60864bc4d03" /><Relationship Type="http://schemas.openxmlformats.org/officeDocument/2006/relationships/slide" Target="/ppt/slides/slide18.xml" Id="R13272fe8c770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9dd643f7b84d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5b0996fcd44d9" /><Relationship Type="http://schemas.openxmlformats.org/officeDocument/2006/relationships/notesMaster" Target="/ppt/notesMasters/notesMaster1.xml" Id="Re63789a87ff749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a3ddc91f7400e" /><Relationship Type="http://schemas.openxmlformats.org/officeDocument/2006/relationships/notesMaster" Target="/ppt/notesMasters/notesMaster1.xml" Id="R8cda13b5896a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dc942a2c54210" /><Relationship Type="http://schemas.openxmlformats.org/officeDocument/2006/relationships/notesMaster" Target="/ppt/notesMasters/notesMaster1.xml" Id="Ra4d8d5dbf2ad40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564aa1953f48bd" /><Relationship Type="http://schemas.openxmlformats.org/officeDocument/2006/relationships/notesMaster" Target="/ppt/notesMasters/notesMaster1.xml" Id="Rad6230d145a2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5ecb4af8a4507" /><Relationship Type="http://schemas.openxmlformats.org/officeDocument/2006/relationships/notesMaster" Target="/ppt/notesMasters/notesMaster1.xml" Id="R740172b35ef043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166115d1042df" /><Relationship Type="http://schemas.openxmlformats.org/officeDocument/2006/relationships/notesMaster" Target="/ppt/notesMasters/notesMaster1.xml" Id="Rfcbbfea067564d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7c65067fe441ed" /><Relationship Type="http://schemas.openxmlformats.org/officeDocument/2006/relationships/notesMaster" Target="/ppt/notesMasters/notesMaster1.xml" Id="R35b31f8897bd40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fbeac704924105" /><Relationship Type="http://schemas.openxmlformats.org/officeDocument/2006/relationships/notesMaster" Target="/ppt/notesMasters/notesMaster1.xml" Id="R08ca6fa0a69a48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68603a81f64477" /><Relationship Type="http://schemas.openxmlformats.org/officeDocument/2006/relationships/notesMaster" Target="/ppt/notesMasters/notesMaster1.xml" Id="R151d182b920b4c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9610d30ef4ef9" /><Relationship Type="http://schemas.openxmlformats.org/officeDocument/2006/relationships/notesMaster" Target="/ppt/notesMasters/notesMaster1.xml" Id="Rda623d3729e045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8c364583de4fae" /><Relationship Type="http://schemas.openxmlformats.org/officeDocument/2006/relationships/notesMaster" Target="/ppt/notesMasters/notesMaster1.xml" Id="R1ed111942c4940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efeab9d2a34ebb" /><Relationship Type="http://schemas.openxmlformats.org/officeDocument/2006/relationships/notesMaster" Target="/ppt/notesMasters/notesMaster1.xml" Id="Rc6af8b1d383c41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30dbff8b234910" /><Relationship Type="http://schemas.openxmlformats.org/officeDocument/2006/relationships/notesMaster" Target="/ppt/notesMasters/notesMaster1.xml" Id="R84fcdff9b0fd4e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c3c41c5d924e51" /><Relationship Type="http://schemas.openxmlformats.org/officeDocument/2006/relationships/notesMaster" Target="/ppt/notesMasters/notesMaster1.xml" Id="Rb96aa3cbffa24b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ca55506e8a4ce5" /><Relationship Type="http://schemas.openxmlformats.org/officeDocument/2006/relationships/notesMaster" Target="/ppt/notesMasters/notesMaster1.xml" Id="R944020ad27e143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4f3164ca92419a" /><Relationship Type="http://schemas.openxmlformats.org/officeDocument/2006/relationships/notesMaster" Target="/ppt/notesMasters/notesMaster1.xml" Id="Rca7c2fb8fb9f40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286e032fbf4f7e" /><Relationship Type="http://schemas.openxmlformats.org/officeDocument/2006/relationships/notesMaster" Target="/ppt/notesMasters/notesMaster1.xml" Id="R6c1da9124e4f47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655f28fefa4b04" /><Relationship Type="http://schemas.openxmlformats.org/officeDocument/2006/relationships/notesMaster" Target="/ppt/notesMasters/notesMaster1.xml" Id="Rb368dc743092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35249a853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e30426a334ee8" /><Relationship Type="http://schemas.openxmlformats.org/officeDocument/2006/relationships/slideLayout" Target="/ppt/slideLayouts/slideLayout1.xml" Id="Rcc2f985f9e464f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f985f9e464f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344bace0a42aa" /><Relationship Type="http://schemas.openxmlformats.org/officeDocument/2006/relationships/notesSlide" Target="/ppt/notesSlides/notesSlide1.xml" Id="R864070200d50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62ca8fb3e4d42" /><Relationship Type="http://schemas.openxmlformats.org/officeDocument/2006/relationships/notesSlide" Target="/ppt/notesSlides/notesSlide2.xml" Id="R0aed55f3cf8044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8ebc2b56d4262" /><Relationship Type="http://schemas.openxmlformats.org/officeDocument/2006/relationships/notesSlide" Target="/ppt/notesSlides/notesSlide3.xml" Id="Rcf3ff315217c45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66aa4b128412f" /><Relationship Type="http://schemas.openxmlformats.org/officeDocument/2006/relationships/notesSlide" Target="/ppt/notesSlides/notesSlide4.xml" Id="R1c3f691792ac4f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f58cc90014db4" /><Relationship Type="http://schemas.openxmlformats.org/officeDocument/2006/relationships/notesSlide" Target="/ppt/notesSlides/notesSlide5.xml" Id="Ra39c8ae38fa542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c858d66114d4c" /><Relationship Type="http://schemas.openxmlformats.org/officeDocument/2006/relationships/notesSlide" Target="/ppt/notesSlides/notesSlide6.xml" Id="Rc2e91ce7cd5144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46c5b35a4dc1" /><Relationship Type="http://schemas.openxmlformats.org/officeDocument/2006/relationships/notesSlide" Target="/ppt/notesSlides/notesSlide7.xml" Id="Rcf1cf2515c824f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9059f211943ed" /><Relationship Type="http://schemas.openxmlformats.org/officeDocument/2006/relationships/notesSlide" Target="/ppt/notesSlides/notesSlide8.xml" Id="Rfd48e10e5c4445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471a16a44427c" /><Relationship Type="http://schemas.openxmlformats.org/officeDocument/2006/relationships/notesSlide" Target="/ppt/notesSlides/notesSlide9.xml" Id="R8fc792af633b42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db51f215747b8" /><Relationship Type="http://schemas.openxmlformats.org/officeDocument/2006/relationships/notesSlide" Target="/ppt/notesSlides/notesSlide10.xml" Id="R335feef4c4864a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23944066945cc" /><Relationship Type="http://schemas.openxmlformats.org/officeDocument/2006/relationships/notesSlide" Target="/ppt/notesSlides/notesSlide11.xml" Id="R85f263ef3bec4b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3e23c1c7b44d4" /><Relationship Type="http://schemas.openxmlformats.org/officeDocument/2006/relationships/notesSlide" Target="/ppt/notesSlides/notesSlide12.xml" Id="R95ec5f9e17bc40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5346fb3ff48de" /><Relationship Type="http://schemas.openxmlformats.org/officeDocument/2006/relationships/notesSlide" Target="/ppt/notesSlides/notesSlide13.xml" Id="R15241feab08647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e47e8a3954791" /><Relationship Type="http://schemas.openxmlformats.org/officeDocument/2006/relationships/notesSlide" Target="/ppt/notesSlides/notesSlide14.xml" Id="Re55ef1839d9b4f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cf5beed6445e6" /><Relationship Type="http://schemas.openxmlformats.org/officeDocument/2006/relationships/notesSlide" Target="/ppt/notesSlides/notesSlide15.xml" Id="R6494f2179be746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b069d075b4829" /><Relationship Type="http://schemas.openxmlformats.org/officeDocument/2006/relationships/notesSlide" Target="/ppt/notesSlides/notesSlide16.xml" Id="R4d0bf471e48f4e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4fbd74c9d48c7" /><Relationship Type="http://schemas.openxmlformats.org/officeDocument/2006/relationships/notesSlide" Target="/ppt/notesSlides/notesSlide17.xml" Id="R46f2dab8d5ce4e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c35ff38c748c3" /><Relationship Type="http://schemas.openxmlformats.org/officeDocument/2006/relationships/notesSlide" Target="/ppt/notesSlides/notesSlide18.xml" Id="R95094cb401d44a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A5F41-DE84-4179-BFB3-E3BC5CC5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HttpApi.Host içinde SSE stream nasıl çalışıyor?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64830-B93B-4355-A132-257F39F0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Kod bloklarıyla dosya dosya okuma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A927A-7ACB-4E40-A8C0-AEAF5645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BC8ED-0EB8-4F81-BCFC-1CD45E6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C96E-0246-4954-B0C1-E427691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açılır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bağlanınca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B6364-4B83-4D7E-9B21-B116D146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BA801-3AFB-4A3F-B7D0-FCA661BF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41123-A04E-4B80-9D66-41AD1EB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671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oluşur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İş olayı gerçekleşince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8235F-3BD1-45D0-8542-665232AE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9AD52-1977-4457-87E4-4747FBC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AA616-E67E-4911-BF24-87D8C78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671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görür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event gelince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4542A-B290-4E7B-84BB-D3E4B2CA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 ayrım: Host canlı hattı kurar; Application payload üretir; Sender payload'u hatta bırakır.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75946-1705-49AD-896F-E2B01CB6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3841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14ACC-1764-4992-B396-012A7842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7BA0C-ADEF-4670-917F-C76E137B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İki zaman çizgisi birbirine karışınca konu zor görünüyor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AD8C6-A6EA-4EC5-A201-86A906DD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CF2E6-F551-4A89-A36D-AF39510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A. Stream açılma zamanı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6CE43-C42A-4D12-B9CD-18773BB6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6ECE3-488B-4AC4-8BC6-2AA09791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E7307-EEE0-4BBB-BA5D-A6847CF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login olur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E00FE-B77D-4BC7-B879-F0C793B1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289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2C4CA-18F4-460B-9DEB-626326D6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95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5B428-1A66-4540-8D3A-B9964179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37FC7-F520-42E8-A185-FE5A287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88549-3D66-4035-894D-99A12B2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098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/api/notifications/stream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AAD24-46C3-46B9-9A5C-A89406C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289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AA785-A766-47DF-8ED8-147D6C1A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95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C5FF5-DE93-4A0C-BCF8-CBB16ED7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96EA7-5713-4D7B-9DEA-FADADB61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E96F2-61E6-4ABE-BD95-BC8FF76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Server channel açar ve bekler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720D1-9540-481F-869F-9E8CFD82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B. Payload oluşma zamanı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CDE20-6878-4A2E-904F-2244E95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C2182-E0CD-4A5B-A72B-C553B6B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1017E-AF6A-4A6F-AC70-912187C7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Dispatch veya workflow olayı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C1B3C-6E43-47D0-AFCF-1B1C254A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291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0A3F5-ED47-444A-B0AD-A1CC45D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958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336B1-BC4C-42E6-A657-586AFD1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F8DA19-7244-4BC3-A0D0-4B5B0C6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B0579-9072-470F-9255-196D1459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101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hedef kullanıcıyı bulur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3957B-181E-45CD-8313-86920783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91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02ACF-F806-4F11-AD65-67C009EE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EFB40-0FD9-457B-B132-D4A76F82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E60BEB-9EEA-44E3-964A-F7DDDE45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770C5F-22F7-495C-8CDD-4580DFC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Mapper payload üretir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0D718-0370-417F-8ADC-C96FFB4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291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1E4FB-43DB-42F1-96EB-6943DCB7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958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D87C9-3806-4319-B229-2FCCC683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03A52-0474-4930-BFA0-9D211AB6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B8A6B-9F65-484E-BA84-8BDB360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101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Sender channel'a yazar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61AB4B-F87A-4453-8BAE-10A4338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86F40-8C9D-41B8-915D-DBBEAB5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24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Kritik cümle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DBA25F-4728-4F9C-B18A-C570F49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43175"/>
            <a:ext cx="209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boş da kalabilir.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yalnızca gerçek olay olduğunda oluşur.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Açık stream yoksa SSE tarafı bildirimi canlı olarak gösteremez.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510AC9-2DF0-4075-BF6D-568705B6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0948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5D358-34F1-4241-9E7A-0F19731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77FCE-A0D1-4F6A-803C-21888FF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Dosyalar görevlerine göre üç gruba ayrılıyor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8E90F-D46F-4FC9-AA84-10722CC0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164E8-DC85-4293-B1B9-5E48BAD9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CBFEC-CEB7-463D-94B3-45278098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B3135-DE9C-406C-AD79-7F3FFA4C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24E2C-EFC4-4180-A5C0-320DC97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A9FA3-8EE1-4A4C-B45A-80796298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335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InventoryTrackingAutomationHttpApiHostModule.cs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90AC7-FCF7-434E-AA73-67A3F89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335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endpoint'i ve stream döngüsü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54A0D-F7F4-470C-B674-D419CA38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67E99-8189-461C-81FD-9EB4D64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8505-8D42-47FB-A57E-5FC4294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431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2497C-EDE1-4F75-AECE-A66B2B1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FAD76-ADB6-41FA-A9A9-634E0C5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InventorySseConnectionManager.cs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BEF05-18BA-456E-B8D7-CD6890A5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669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Kullanıcı bağlantılarını ve channel'ları tutar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4F495-E2D1-4A9D-BF50-2E69ADAD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261CB-C18F-4232-AC97-ACEA6E0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9E9CB-E214-4A0D-AF6B-93D9DE5C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24D06-F6C6-4E59-A34D-947C391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7C7E4-1637-4F23-94D2-9CF339E5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0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InventorySseSubscription.cs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AE54B-BCB7-4492-83E6-619C223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03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Bağlantı kapanınca kaydı siler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C96D5-6F58-4DDF-8CFC-4CCD1C6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75E63-483F-4208-9338-6EC3547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A0509-8EF5-4017-9D0E-7CB989E4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99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2FADE-6847-4710-93A4-1AE1383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566AA-76FA-44DE-983E-53B41BC6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337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SseInventoryNotificationSender.cs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C72CF-AC89-482D-B2B7-D6D24C9A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337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Payload'u açık SSE kanalına bırakır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0635A-6650-43BC-B06F-1FA727E1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F6AE7E-5D0E-4DBF-A3CD-10C870A1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FAEF71-29A3-40DF-A1B8-CF91FF1F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433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31DA6C-DD14-41CF-8D3B-12C44475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Domain.Interface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280AB-EF00-419E-9B78-23661FB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67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IInventoryNotificationSender.cs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B4C12-DCA3-4FD3-93AA-B67F8E5A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671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Gönderim sözleşmesi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E33D62-7825-4E35-BA08-A2A7ACC9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9D3266-5001-467E-A35D-396C718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67BF3-AA0E-4366-A391-9D3917DE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8704A-66DF-403B-BB83-7234F21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C8EAE9-84A7-481F-834A-6DEF319B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005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NotificationEventHandler.cs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1916B2-292B-4A75-9126-BAE1DC99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005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Payload üretim akışının ortak base'i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E0D85E-DF4D-4557-B2CD-4000547E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19308D-BD1F-448F-903C-88AFA756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4ED249-81BC-4B60-990C-FFD58D11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01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E66F44-70D0-4AE8-851D-68C17C5E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7451C3-3B7D-4A5A-B147-89888A7B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339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Workflow/Warehouse handlers + Mapper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2C96B6-8D8A-4712-92E8-9B4F581A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339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Event'i client payload'una çevirir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2965F-AB84-41FB-8959-62A8C9A5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7411B7-80E1-4027-A33D-58E1DAA1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C5DFA6-7356-4CE7-911B-F2E09E79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43550"/>
            <a:ext cx="455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D0D500-0AFF-4687-80E5-8BE3CC7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86EE31-F2C9-4995-A2A9-039302A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67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MovementRequestManager.cs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77812D-997C-4B8F-B7D2-7BBC0902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673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İş olayını yayınlar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D61B4C-AB62-4DA1-9543-C5FCBA0E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4170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F213BC-A23C-4B62-8538-2AF90CE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5BBD8-8FBE-4EED-BBB0-FC729E4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HostModule önce /api/notifications/stream kapısını tanımlar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DF7CF-F858-4DF0-B8E4-C3D9EE0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FF93-E0AD-4374-9CDB-BE1D316B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F33C3-63F8-4926-BE21-F3BBF6F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host/.../InventoryTrackingAutomationHttpApiHostModule.cs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A4C2B-F814-4E7C-9A8A-5B38A886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endpoints.MapGet(...).RequireAuthorization()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040AA-ED35-49A4-A9BA-5A72DD0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674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endpoints.MapGet(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InventoryNotificationConstants.SseEvents.StreamPath,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(HttpContext httpContext,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ICurrentUser currentUser,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InventorySseConnectionManager connectionManager,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IOptions&lt;SseOptions&gt; sseOptions) =&gt;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TypedResults.ServerSentEvents(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StreamInventoryNotificationsAsync(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connectionManager,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sseOptions.Value,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currentUser.GetId(),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httpContext.RequestAborted)))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.RequireAuthorization();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45963-11DA-437E-B085-FA5660F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343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3E8D1-E92F-4820-81B4-6F3E4F0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blok ne zaman çalışır?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9F72-65A3-4980-9593-BC7056F7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962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Uygulama ayağa kalkarken endpoint map edilir.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bu anda açılmaz.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GET isteği atınca bu lambda çalışır.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RequireAuthorization login olmayanı içeri almaz.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1DD94-AD7B-4FCC-96B7-CADA8091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0407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865D01-663B-419A-AD34-28E23FE2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89C80-9F2B-4617-90CC-0431DDD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Endpoint parametreleri stream'i kullanıcıya bağlar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01620-FAA6-498B-A3B8-62F24B65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06E48-05C8-4D58-A2C0-3DADAD1A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334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20A1E-0E12-4055-91E4-7B169342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E15C0-3DC0-4592-B6E3-A42F143B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Lambda parametreleri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C0FF2-AAE4-4675-867A-C10F0AE0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(HttpContext httpContext,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ICurrentUser currentUser,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InventorySseConnectionManager connectionManager,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IOptions&lt;SseOptions&gt; sseOptions) =&gt;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4A9AD-0543-4E1F-80A5-3C66B6E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86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5F63B-B2EB-4D3F-A978-EF870C4B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Parametrelerin anlamı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A645F-CFC3-426C-AF54-6005032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5105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HttpContext: bağlantı kapandı mı bilgisini verir.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ICurrentUser: stream hangi kullanıcıya ait, onu bulur.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ConnectionManager: kullanıcının channel kaydını tutar.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SseOptions: heartbeat ve channel kapasitesini verir.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40A8D-21AF-4661-ABE0-D6B0C48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8B4FE-E1C6-4296-BC94-A5B303F9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HttpApiHostModule.cs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AB750-E817-4A33-870D-CAA896E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currentUser.GetId() + RequestAborted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0E252-D9BD-4A99-B3EE-6746EC85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62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StreamInventoryNotificationsAsync(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connectionManager,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sseOptions.Value,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currentUser.GetId(),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httpContext.RequestAborted)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13A97-7FAA-49E9-9172-77DCD2F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486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45A95-CCA4-4D98-BFEC-14E339EA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satır sayesinde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26B7C-A1BE-46DF-A909-D8CBCDCF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530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anonim bir hat değildir.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Bağlantı doğrudan userId ile eşleşir.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kapatınca RequestAborted stream döngüsünü durdurur.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278AD-7BDC-4089-8A8B-6C20745F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8072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E704C-8DD4-4145-9E2E-50C9204C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6862F-5E4F-4EAA-A3B7-4CAFA65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StreamInventoryNotificationsAsync açık bağlantının kalbidir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7CCE4-11A2-4E15-906E-D3A8EE12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10C3E-7B13-4EAA-A85B-3FF5398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68E02-2FBE-44B1-97AC-99E6A13C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93FAF-5ACD-4ABB-9A9B-0D6C85F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StreamInventoryNotificationsAsync(...)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6914C-7848-4709-BDDF-6D54C61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674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using var subscription = connectionManager.Subscribe(userId);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heartbeatInterval = TimeSpan.FromSeconds(sseOptions.HeartbeatSeconds);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Task&lt;bool&gt;? pendingRead = null;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while (!cancellationToken.IsCancellationRequested)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pendingRead ??= subscription.Reader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.WaitToReadAsync(cancellationToken).AsTask();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// Bildirim yoksa bekler.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// Bağlantı kapanırsa cancellation token durdurur.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0F1AC-B354-4A80-A58B-30B1C3E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4D02C-A2EE-4FDB-A18F-A458D53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Burada stream ne yapıyor?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3EFEB-F9AD-422F-A9FB-E8EA823A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962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Subscribe ile kullanıcıya özel okuma kanalı açar.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Reader, payload bekleyen taraftır.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while döngüsü bağlantı açık oldukça yaşar.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henüz yoksa metod bekler; cevap kapanmaz.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B0926-8D64-445A-83F1-5E9A5F16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6502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6E1E6-EA7D-467A-8B90-B2AE796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EABC3-ECDC-434E-A7ED-BC7853B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Heartbeat gerçek bildirim değildir, bağlantıyı canlı tutar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BF57F-C547-4B8F-81FA-F82B60E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E5F07-78F7-499C-A762-464CA75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47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4A6B5-965A-4676-91B5-0C471EA3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19A2-3353-4762-823E-708A351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617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Heartbeat bloğu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62EC0-7CC6-4433-805D-DF93E26E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52725"/>
            <a:ext cx="617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(await Task.WhenAny(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pendingRead,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Task.Delay(heartbeatInterval, cancellationToken)) != pendingRead)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yield return new SseItem&lt;object?&gt;(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null,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InventoryNotificationConstants.SseEvents.Heartbeat);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continue;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03228-153D-4DD9-B6E7-96F9F61E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4438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A6DA2-C3EC-4DF5-85F1-030BE41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Neden var?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B1697-ECB6-4FA9-9DAD-E5C9EDCF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4057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Uzun süre bildirim gelmeyebilir.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Proxy veya browser sessiz bağlantıyı kesebilir.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Server arada boş heartbeat event'i atar.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bunu bildirim gibi göstermez; yok sayar.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105D-77A7-450D-86A3-5A97F19B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Gerçek bildirim event adı: inventory-notification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Canlı tutma event adı: heartbeat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6EE1E-1C38-4B85-8F76-3127B600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5573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4EB60-9F74-4EA8-9440-C332EC7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36A35-82B9-4E86-95AA-E7D09C68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gelince yield return ile client'a SSE event akar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72002-696B-4BA7-A2DA-54068C45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72A0B-2D1C-4D3D-913F-4306C384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D40F8-EA37-4E8C-B921-7A2CEF1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9871A-ADFD-438E-890F-024D797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Reader.TryRead(out var payload)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93175-2F8F-44C5-85E2-E7C4969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67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2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(!await pendingRead)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yield break;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pendingRead = null;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while (subscription.Reader.TryRead(out var payload))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yield return new SseItem&lt;object?&gt;(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payload,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InventoryNotificationConstants.SseEvents.InventoryNotification);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42C8E-49F4-4567-B280-CB21C33C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520D0-CEA2-46A6-A514-D9FE136E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satırın sonucu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1D97D-412E-4F50-820E-DB48D807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962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Channel'a payload düşmüşse stream onu okur.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SseItem payload'u SSE formatına sarar.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 adı inventory-notification olur.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bu event'i dinleyip bildirimi ekrana basar.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BB4FD-D555-4891-BC8C-0A47E3D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6034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57E42-3492-4D3C-9DC9-774C08F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7EFD2-8DC4-47CE-9C16-4CED703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ConnectionManager kullanıcı başına açık bağlantı defteridir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12B95-5E45-4F69-BABA-1E2BFA9A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BDC16-DD72-48A2-8E1B-E546594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56B30-50B6-4D62-9D87-C1363C00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host/.../InventorySseConnectionManager.cs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DB7BC-40E5-44D2-89E5-019C3FC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_connections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563E1-18DA-4D18-BEB9-4CA8B98A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52725"/>
            <a:ext cx="560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8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private readonly ConcurrentDictionary&lt;Guid,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ConcurrentDictionary&lt;Guid, Channel&lt;InventoryNotificationPayload&gt;&gt;&gt;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_connections = new();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EECD8-F6A0-4DC5-8FBD-A089F98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905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20E9B-DA05-4F2C-8FE3-B2A91ED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InventorySseConnectionManager.cs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07C04-8859-4455-8353-578E7733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Subscribe(Guid userId)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0D5ED-6825-42FD-BBC2-EA5FA43E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6007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connectionId = Guid.NewGuid();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channel = Channel.CreateBounded&lt;InventoryNotificationPayload&gt;(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new BoundedChannelOptions(_options.ChannelCapacity)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FullMode = BoundedChannelFullMode.DropOldest,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SingleReader = true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});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24155-88AD-4204-B937-818AD7D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9149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A8B92-DFFD-40FE-8E3A-FEEC21AD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98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Bunu nasıl okuyacaksın?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F1CA0-BD45-4E4C-8ED8-A6E89C17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28925"/>
            <a:ext cx="45339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Dış key: UserId.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İç key: ConnectionId.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Value: payload bekleyen Channel.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Aynı kullanıcı iki sekme açarsa iki connection olur.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Channel dolarsa en eski bildirim düşer; yavaş client belleği şişirmez.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30936-3261-4432-8009-ACD59A1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957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0BA6D6-DF00-40C5-BFAB-E698BD3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5D5AB-C60E-4A22-90E9-2C5D9ED1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Subscribe channel'ı kaydeder, SendToUser o channel'a yazar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0C418-52FD-4680-B567-C6D2EA51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9C94A-BAD9-487F-B51B-CEB577A1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905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24DD-EA08-4EBE-B48D-1779835F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InventorySseConnectionManager.cs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E62B5-3363-47E5-91FC-3908C7D0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Subscribe devamı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A62A-FCEF-4437-94D4-D29F7C8B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560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userChannels = _connections.GetOrAdd(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userId,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 =&gt; new ConcurrentDictionary&lt;Guid, Channel&lt;InventoryNotificationPayload&gt;&gt;());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userChannels[connectionId] = channel;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new InventorySseSubscription(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this, userId, connectionId, channel.Reader);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18C75-D75B-491B-9596-677639F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905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70E40-711B-49DF-8528-B49D83A4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InventorySseConnectionManager.cs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0492-3F88-431A-ABA3-9CDB199E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SendToUser(Guid userId, InventoryNotificationPayload payload)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CB18F-BE33-4DE1-ABC9-ADE1FE8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56007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9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(!_connections.TryGetValue(userId, out var userChannels))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foreach (var channel in userChannels.Values)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channel.Writer.TryWrite(payload);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A0118-7978-46E5-94C5-9074E076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9149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AC008-9CD5-46CC-8484-4C224697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İki taraflı görev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A57A8-7747-4A8C-BC22-2CF20369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4533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Subscribe: stream açıldığında channel oluşturur.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SendToUser: payload oluştuğunda o channel'a yazar.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Açık bağlantı yoksa sessizce çıkar.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yüzden SSE canlı bildirimi anlık çalışır; geçmiş saklama işi değildir.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89142-EE73-448B-96C2-196004D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1008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0B98E-D058-4336-B702-2D762923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5FE7A-7E34-4938-AB0A-A83ED231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Subscription bağlantı kapanınca defteri temizler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B22D7-FA16-4C56-9A3F-BAA0B24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564A7-AC3B-4320-B772-2972FDE8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23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17473-9C98-4EB5-8578-7481B86C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host/.../InventorySseSubscription.cs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380C2-050A-4C64-92AF-1F95D2E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Dispose()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30182-C366-4CD7-811A-71829E22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493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5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void Dispose()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_connectionManager.Unsubscribe(_userId, _connectionId);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9E077-52A1-4626-AC90-33C34A1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23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49C21-28D4-458D-997D-45177BE5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InventorySseConnectionManager.cs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CFBEB-23D2-411E-8550-F63C6D0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Unsubscribe(Guid userId, Guid connectionId)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91780-34FF-49BF-BEC1-E37BD591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493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554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userChannels.TryRemove(connectionId, out _);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(userChannels.IsEmpty)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_connections.TryRemove(userId, out _);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EA3E9-3724-4020-B9AC-BD9010D5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391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7A1BC-D4C1-463C-A032-93ECBF48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 zaman çalışır?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78AE3-889B-4429-B052-061D7F69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5010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sekmeyi kapatınca.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Sayfa yenilenince eski bağlantı bitince.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RequestAborted stream döngüsünü durdurunca.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using var subscription scope bitince Dispose çağırır.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6E392-235B-43C0-8155-473623B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2138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B875D-07C0-4B89-A661-CFA7552E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D8131-8DC9-4199-8911-F2248EE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Sender payload'u üretmez, sadece açık SSE hattına bırakır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C93DB-C0E3-4AC8-BA6E-4C26E23B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92292-37FE-4106-9A2F-FA4798E8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71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183F9-6791-4C3E-B101-A4E062D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Domain/Interface/Notifications/IInventoryNotificationSender.cs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D6289-75D8-4617-9DE2-F98F240F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Gönderim sözleşmesi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A90D4-367F-49CF-A3AC-D4C8535F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52725"/>
            <a:ext cx="541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93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interface IInventoryNotificationSender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 SendToUserAsync(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Guid userId,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InventoryNotificationPayload payload);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4029-ECD2-4827-B9BE-B530D1A3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71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1056-33AA-4D1C-A5F0-3F6C35E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host/.../SseInventoryNotificationSender.cs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CEB88-CA7A-44DD-B91B-A3216ED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SendToUserAsync(...)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1BF43-2B5A-4DAF-8419-4249E68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5410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47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Task SendToUserAsync(Guid userId, InventoryNotificationPayload payload)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_connectionManager.SendToUser(userId, payload);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Task.CompletedTask;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68E55-11FD-4E69-8DE4-E8BF5E6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5010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FE3AE-DD60-4DE8-B647-A06B5FD4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Neden ayrı?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76F72-0A2E-4EF1-95B3-3AB09C2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4629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teknoloji bilmez; sadece interface'i çağırır.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taşıyıcısı connection manager'a delege eder.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Yarın SignalR veya başka kanal aynı interface'i uygulayabilir.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burada oluşturulmaz; sadece taşınır.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F8EC-E817-4E4A-B3E9-63CF148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18326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9A357-539B-43F5-98B5-634C16D9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58BA6-E0A2-4D67-8A85-BE653AFA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Application tarafında event yakalanınca oluşur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DC929-146D-4D94-A916-3EC6A8C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90F5C-81DB-40BA-BAF0-7C564900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78C91-13FE-47A1-883D-7FB85F53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Application/EventHandlers/Notifications/NotificationEventHandler.cs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1D446-29F8-41F5-BA44-4623F2CA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HandleEventAsync(TEvent eventData)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3693A-9B8B-41AA-9A5F-007F7A1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674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targetUserId = await ResolveTargetUserIdAsync(eventData);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(!targetUserId.HasValue)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payload = CreatePayload(eventData);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payload.CreatedAt = DateTime.UtcNow;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foreach (var notificationSender in _notificationSenders)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await notificationSender.SendToUserAsync(targetUserId.Value, payload);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B8FF-E466-4E86-A2FC-34545288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3266A-BD05-45B1-9E6C-60C5C9D1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dosyada ne oluyor?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92DF6-D1EF-4582-ACDB-A3D2B1E9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962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 geldiğinde önce hedef kullanıcı çözülür.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Sonra CreatePayload ile client paketi oluşturulur.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CreatedAt burada basılır.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Son olarak bütün sender'lara gönderilir; SSE sender da bunlardan biridir.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31895-C93F-4E55-8BA9-493969B7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60115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B7C28D-07F8-4764-96B9-164BE428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80E79-2346-4397-B398-3E84AEF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handler hedef kullanıcıyı event'ten alır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3784C-654C-4FFD-AA63-CA1A66E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E4EBA-0291-4414-AA93-DA92AE1F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7309D-6637-48F8-BAA7-DCFB63C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Application/.../WorkflowStepAssignedNotificationHandler.cs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68B51-2D69-4641-846D-A0BFB181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ResolveTargetUserIdAsync + CreatePayload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E8CAE-B02E-41CF-AFD3-98CE53F7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674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protected override Task&lt;Guid?&gt; ResolveTargetUserIdAsync(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WorkflowStepAssignedEto eventData)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Task.FromResult(eventData.AssignedUserId);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protected override InventoryNotificationPayload CreatePayload(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WorkflowStepAssignedEto eventData)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_mapper.MapToPayload(eventData);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1F18F-205B-4BBC-8CB1-6380F9F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882E5-0C13-457C-8F88-F93972E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 zaman kullanılır?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7CACD-C282-4C8E-9BD4-A74150F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962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step bir onaycıya atanır.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AssignedUserId bildirimin hedefidir.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Mapper event'i payload'a çevirir.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bu payload ile onay bildirimini gösterir.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40173-3419-40AB-8443-2C820DA3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057086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07BE3-C9F2-42D8-AE1D-AD634C40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513DE-C209-4818-9C5C-94A352BF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Depo çıkışı handler hedef kullanıcıyı depodan çözer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11BE5-6BE5-4D60-99B2-8BC6C67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57196-513C-44A1-98A6-7A8F2F1B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1198F-4C90-4FE9-8761-9138FC9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Application/.../WarehouseStockDispatchedNotificationHandler.cs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9989F-B613-4C1D-9E45-5399C268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ResolveTargetUserIdAsync(WarehouseStockDispatchedEto)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662F3-09B3-4342-B654-BA8BAF4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2674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warehouse = await _warehouseRepository.FindAsync(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eventData.SourceWarehouseId);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(warehouse?.ManagerWorkerId == null)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null;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managerWorker = await _workerRepository.FindAsync(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warehouse.ManagerWorkerId.Value);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managerWorker?.UserId;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E3C60-B8CD-4EBF-8C27-B63645F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657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4DDB1-DE65-4E0C-9121-2B36760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05425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same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FC2C7-6D18-4EDE-A9FD-C96236F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CreatePayload(...)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CA5C4-FD15-435A-8BAB-0C3B6C38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91225"/>
            <a:ext cx="6267450" cy="-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_mapper.MapToPayload(eventData);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A5AE0-4177-41C3-83D9-2314C2CB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343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42160-4C77-4C34-A23C-527147BF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 zaman kullanılır?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B274-A783-4988-BBB8-E2BB7160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3962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MovementRequest dispatch olur.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Kaynak depo id'si event'te gelir.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Depo sorumlusu worker üzerinden UserId bulunur.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o kullanıcıya gider.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E7A48-10B0-4E4A-A8D0-2ED02E4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32379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8176E-FAB5-4774-BA5B-81C4B4A4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50140-6036-47EE-9867-F3074E3B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Mapper event'i client'ın okuyacağı payload şekline çevirir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B33C5-3939-4933-B028-5302E05B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FB266-C50F-439B-9F0A-5044EECF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42985-7074-4011-80CA-C4108BC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Application/Mappers/Notifications/InventoryNotificationMapper.cs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2C7EF-881B-4882-8C9A-D2274725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93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MapToPayload(...)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E7AA4-FE74-420C-B8E9-B9C5306F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934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[MapValue(nameof(WarehouseStockDispatchedNotificationPayload.Type),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InventoryNotificationConstants.Types.WarehouseStockDispatched)]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[MapValue(nameof(WarehouseStockDispatchedNotificationPayload.Title),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InventoryNotificationConstants.Messages.WarehouseStockDispatchedTitle)]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[MapValue(nameof(WarehouseStockDispatchedNotificationPayload.EntityType),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nameof(MovementRequest))]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[MapProperty(nameof(WarehouseStockDispatchedEto.MovementRequestId),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nameof(WarehouseStockDispatchedNotificationPayload.EntityId))]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partial WarehouseStockDispatchedNotificationPayload MapToPayload(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03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WarehouseStockDispatchedEto source);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22686-BBB4-4240-9E28-23FAFA31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581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3077C-99FF-4FAC-972B-832FEC5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Burada payload neden oluşur?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BEAB6-5AB1-48DA-8FF6-2E9D5E3C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200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 teknik olay verisidir.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client'ın anlayacağı mesajdır.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Type, Title, Message sabitlerden gelir.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EntityId tıklanacak MovementRequest'i gösterir.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688C0-71D6-4FD5-A02D-BEC8278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86003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17F87-2996-4815-9422-DA77050D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1B684-D2F7-4347-83C7-E18FE51B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 tarafı payload değil, olay yayınlar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6F48E-A454-4D54-ACE7-E7F0A035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0825A-F8F1-4641-9259-FB3AA125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76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8209-B671-40B3-84F1-A1D5AC92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Domain/Managers/Movements/MovementRequestManager.cs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FAD15-D2E7-4139-A38F-5D8D916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45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DispatchAsync(...) içinde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082F3-5357-4184-9F6B-C3B7E04A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4579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request.Status = MovementStatusEnum.Shipped;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Sevkiyat bildirimi urun satiri sayisindan bagimsizdir;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dispatch basina tek olay yayinlanir.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await _localEventBus.PublishAsync(new WarehouseStockDispatchedEto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MovementRequestId = request.Id,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SourceWarehouseId = context.SourceWarehouseId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await Repository.UpdateAsync(request, autoSave: true);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7559E-8835-4FE5-9939-46545D6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1529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3E540-A04B-46BF-8C6B-4A4273F7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dosya ne yapar?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A226A-54AF-4192-9F77-AE2E786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771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Stok sevkiyat iş kuralını yürütür.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İş tamamlanınca event yayınlar.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Notification sistemi bu event'i dinler.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üretimi burada yapılmaz; Application katmanına bırakılır.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8DE27-0079-42C9-B8E8-00653074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304864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5AF8B-3127-4824-8E2F-7AB4601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HTTP API HOST SSE OKUMA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C7007-7EBF-4193-8415-2CC86067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Tüm akışı tek karede oku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48325-8C5B-4932-BE32-3AA9AAB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AE9DA-46DA-4838-A848-697CD15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498B6-B04E-4A15-A6B8-4498688E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17B45-BEBB-4E7A-AF68-F77A0847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stream açar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B5CA0-5711-4FE5-A2CB-3DDA3522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24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C0AA0-295D-432D-9B73-9066E57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90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8CC31-0EE3-4186-B3C1-79831E1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E44DA-E289-44CE-AA33-2DCEFC64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12C0A-3121-44BD-8FD5-8368FD0A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Subscribe yapar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FDFC2-A9A8-4318-AF11-52C27EFE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CC19B-DB17-4B2D-AC0F-BA237C3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CABA8-C5CD-479F-8E19-097D175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33625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55936-F1AF-4122-B30B-BAECD0E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33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704D4-CC32-41AA-892C-A636D193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66975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Channel bekler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65F2C-77FC-44A7-81C4-11E2AB45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BF3A2-9CD1-410C-9066-60A0F31F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7BEEF-FEE1-47E6-BA2E-B7C493BD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E609C-E80D-4B16-AE6C-8ED83908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6A7B9-B54C-4863-A229-9A9A0FA2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66975"/>
            <a:ext cx="168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 event yayınlar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D14C0-F871-4225-9136-80ED228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24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0DA5A-379F-4407-BD16-B2481EF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908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7287D-B098-4386-B5AE-E81F2B75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A5C65-DC31-4AEA-AF64-3335DFBD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F5DC7-A582-4667-B2ED-7D4BE1B9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669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payload üretir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D33C0-36CA-4991-BDF0-134D202F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123B0-6658-474D-A518-D54C7E14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E230D-F175-4B1D-B8A6-F4CCFEE7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243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Sender channel'a yazar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919A21-DFCB-444A-B09D-D0A6833F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815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E331AB-0D0D-48B8-8B22-1B1B80C8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05E7D-3D87-4EDC-8437-25F39D10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6DAB4-5E3E-46DE-A11D-A5A34E41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67C3C-2299-4D1A-A988-428A7CFE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payload'u okur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F1765F-6E62-4E42-BC80-5736BAA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815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4B1FF-D787-471D-BA54-7EF40EE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481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18C2CE-2175-446E-92DA-08AC286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91000"/>
            <a:ext cx="2333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D5EDA-E87E-437D-876C-9177E7A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91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219553-797A-4C2C-A0B3-4A7FF4FA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2066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event client'a akar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FDD449-B21D-43B3-9EBF-92B90BB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CBDC3F-4954-4B24-91C0-586D2194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Ezberlenecek ayrım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D1A0BC-8C47-4693-B551-C1CE4A80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0896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= canlı hattı açar.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 = olay doğurur.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 = payload üretir.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sender = payload'u açık hatta bırakır.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= stream'i dinler ve ekranda gösterir.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5EEB87-7AF4-4427-AA81-9964A13D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17891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2026-07-03T12:18:12.1330000Z</dcterms:created>
  <dcterms:modified xsi:type="dcterms:W3CDTF">2026-07-03T12:18:12.1330000Z</dcterms:modified>
</coreProperties>
</file>