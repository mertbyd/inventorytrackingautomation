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309c481364446d" /><Relationship Type="http://schemas.openxmlformats.org/officeDocument/2006/relationships/extended-properties" Target="/docProps/app.xml" Id="R11dac33dd8ac40f2" /><Relationship Type="http://schemas.openxmlformats.org/officeDocument/2006/relationships/officeDocument" Target="/ppt/presentation.xml" Id="R9cccf4d5b12942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ab932020c14581"/>
  </p:sldMasterIdLst>
  <p:notesMasterIdLst>
    <p:notesMasterId xmlns:r="http://schemas.openxmlformats.org/officeDocument/2006/relationships" r:id="Rf1642222f01d446f"/>
  </p:notesMasterIdLst>
  <p:sldIdLst>
    <p:sldId xmlns:r="http://schemas.openxmlformats.org/officeDocument/2006/relationships" id="256" r:id="Rc8bace1677c84cae"/>
    <p:sldId xmlns:r="http://schemas.openxmlformats.org/officeDocument/2006/relationships" id="257" r:id="R1fed56f53acc420a"/>
    <p:sldId xmlns:r="http://schemas.openxmlformats.org/officeDocument/2006/relationships" id="258" r:id="R27113d045b274aa2"/>
    <p:sldId xmlns:r="http://schemas.openxmlformats.org/officeDocument/2006/relationships" id="259" r:id="Rcf2a2809b7ba40e9"/>
    <p:sldId xmlns:r="http://schemas.openxmlformats.org/officeDocument/2006/relationships" id="260" r:id="R1ae0985dba1b4ad0"/>
    <p:sldId xmlns:r="http://schemas.openxmlformats.org/officeDocument/2006/relationships" id="261" r:id="R31021245cb4648ce"/>
    <p:sldId xmlns:r="http://schemas.openxmlformats.org/officeDocument/2006/relationships" id="262" r:id="R63bd98c406b74158"/>
    <p:sldId xmlns:r="http://schemas.openxmlformats.org/officeDocument/2006/relationships" id="263" r:id="Rd5755094f7434a16"/>
    <p:sldId xmlns:r="http://schemas.openxmlformats.org/officeDocument/2006/relationships" id="264" r:id="R71dc5f33a1d44cc2"/>
    <p:sldId xmlns:r="http://schemas.openxmlformats.org/officeDocument/2006/relationships" id="265" r:id="Rd6476778ecb6433d"/>
    <p:sldId xmlns:r="http://schemas.openxmlformats.org/officeDocument/2006/relationships" id="266" r:id="Rc91ee2c2d2d44b20"/>
    <p:sldId xmlns:r="http://schemas.openxmlformats.org/officeDocument/2006/relationships" id="267" r:id="Rf4210f2c13b24b2a"/>
    <p:sldId xmlns:r="http://schemas.openxmlformats.org/officeDocument/2006/relationships" id="268" r:id="R568eee7810054503"/>
    <p:sldId xmlns:r="http://schemas.openxmlformats.org/officeDocument/2006/relationships" id="269" r:id="R01354f90efd94480"/>
    <p:sldId xmlns:r="http://schemas.openxmlformats.org/officeDocument/2006/relationships" id="270" r:id="R357ef54241d24be0"/>
    <p:sldId xmlns:r="http://schemas.openxmlformats.org/officeDocument/2006/relationships" id="271" r:id="R615b3c156ffe41bc"/>
    <p:sldId xmlns:r="http://schemas.openxmlformats.org/officeDocument/2006/relationships" id="272" r:id="R14f3d2726dbf489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6b6e6c7f994b1b" /><Relationship Type="http://schemas.openxmlformats.org/officeDocument/2006/relationships/slideMaster" Target="/ppt/slideMasters/slideMaster1.xml" Id="R27ab932020c14581" /><Relationship Type="http://schemas.openxmlformats.org/officeDocument/2006/relationships/notesMaster" Target="/ppt/notesMasters/notesMaster1.xml" Id="Rf1642222f01d446f" /><Relationship Type="http://schemas.openxmlformats.org/officeDocument/2006/relationships/presProps" Target="/ppt/presProps.xml" Id="R75365a0339d84ee8" /><Relationship Type="http://schemas.openxmlformats.org/officeDocument/2006/relationships/tableStyles" Target="/ppt/tableStyles.xml" Id="Ra839767dc5e542f4" /><Relationship Type="http://schemas.openxmlformats.org/officeDocument/2006/relationships/slide" Target="/ppt/slides/slide1.xml" Id="Rc8bace1677c84cae" /><Relationship Type="http://schemas.openxmlformats.org/officeDocument/2006/relationships/slide" Target="/ppt/slides/slide2.xml" Id="R1fed56f53acc420a" /><Relationship Type="http://schemas.openxmlformats.org/officeDocument/2006/relationships/slide" Target="/ppt/slides/slide3.xml" Id="R27113d045b274aa2" /><Relationship Type="http://schemas.openxmlformats.org/officeDocument/2006/relationships/slide" Target="/ppt/slides/slide4.xml" Id="Rcf2a2809b7ba40e9" /><Relationship Type="http://schemas.openxmlformats.org/officeDocument/2006/relationships/slide" Target="/ppt/slides/slide5.xml" Id="R1ae0985dba1b4ad0" /><Relationship Type="http://schemas.openxmlformats.org/officeDocument/2006/relationships/slide" Target="/ppt/slides/slide6.xml" Id="R31021245cb4648ce" /><Relationship Type="http://schemas.openxmlformats.org/officeDocument/2006/relationships/slide" Target="/ppt/slides/slide7.xml" Id="R63bd98c406b74158" /><Relationship Type="http://schemas.openxmlformats.org/officeDocument/2006/relationships/slide" Target="/ppt/slides/slide8.xml" Id="Rd5755094f7434a16" /><Relationship Type="http://schemas.openxmlformats.org/officeDocument/2006/relationships/slide" Target="/ppt/slides/slide9.xml" Id="R71dc5f33a1d44cc2" /><Relationship Type="http://schemas.openxmlformats.org/officeDocument/2006/relationships/slide" Target="/ppt/slides/slide10.xml" Id="Rd6476778ecb6433d" /><Relationship Type="http://schemas.openxmlformats.org/officeDocument/2006/relationships/slide" Target="/ppt/slides/slide11.xml" Id="Rc91ee2c2d2d44b20" /><Relationship Type="http://schemas.openxmlformats.org/officeDocument/2006/relationships/slide" Target="/ppt/slides/slide12.xml" Id="Rf4210f2c13b24b2a" /><Relationship Type="http://schemas.openxmlformats.org/officeDocument/2006/relationships/slide" Target="/ppt/slides/slide13.xml" Id="R568eee7810054503" /><Relationship Type="http://schemas.openxmlformats.org/officeDocument/2006/relationships/slide" Target="/ppt/slides/slide14.xml" Id="R01354f90efd94480" /><Relationship Type="http://schemas.openxmlformats.org/officeDocument/2006/relationships/slide" Target="/ppt/slides/slide15.xml" Id="R357ef54241d24be0" /><Relationship Type="http://schemas.openxmlformats.org/officeDocument/2006/relationships/slide" Target="/ppt/slides/slide16.xml" Id="R615b3c156ffe41bc" /><Relationship Type="http://schemas.openxmlformats.org/officeDocument/2006/relationships/slide" Target="/ppt/slides/slide17.xml" Id="R14f3d2726dbf48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31a03f006148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37f46074e847be" /><Relationship Type="http://schemas.openxmlformats.org/officeDocument/2006/relationships/notesMaster" Target="/ppt/notesMasters/notesMaster1.xml" Id="Rafbdf3ab0dfc42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f7b17913d54142" /><Relationship Type="http://schemas.openxmlformats.org/officeDocument/2006/relationships/notesMaster" Target="/ppt/notesMasters/notesMaster1.xml" Id="R4c5c634da05b47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3b57a28f8c4224" /><Relationship Type="http://schemas.openxmlformats.org/officeDocument/2006/relationships/notesMaster" Target="/ppt/notesMasters/notesMaster1.xml" Id="R99dddf85f48345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300b8123904acb" /><Relationship Type="http://schemas.openxmlformats.org/officeDocument/2006/relationships/notesMaster" Target="/ppt/notesMasters/notesMaster1.xml" Id="Re965417addab44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f8437cbf2b4727" /><Relationship Type="http://schemas.openxmlformats.org/officeDocument/2006/relationships/notesMaster" Target="/ppt/notesMasters/notesMaster1.xml" Id="R2f374834c32844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b9746250e74b07" /><Relationship Type="http://schemas.openxmlformats.org/officeDocument/2006/relationships/notesMaster" Target="/ppt/notesMasters/notesMaster1.xml" Id="R9d2cdbabc09c40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e6f8146d724411" /><Relationship Type="http://schemas.openxmlformats.org/officeDocument/2006/relationships/notesMaster" Target="/ppt/notesMasters/notesMaster1.xml" Id="R314c0910f86740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ae21a4a1ed4d21" /><Relationship Type="http://schemas.openxmlformats.org/officeDocument/2006/relationships/notesMaster" Target="/ppt/notesMasters/notesMaster1.xml" Id="Ra95a6e9d1df147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7e6a1baf2c46a6" /><Relationship Type="http://schemas.openxmlformats.org/officeDocument/2006/relationships/notesMaster" Target="/ppt/notesMasters/notesMaster1.xml" Id="Rdf6ce3a814e046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6dff4bdff44ada" /><Relationship Type="http://schemas.openxmlformats.org/officeDocument/2006/relationships/notesMaster" Target="/ppt/notesMasters/notesMaster1.xml" Id="R1c944184c5ce40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6e3b7d211c4969" /><Relationship Type="http://schemas.openxmlformats.org/officeDocument/2006/relationships/notesMaster" Target="/ppt/notesMasters/notesMaster1.xml" Id="R9c02ea66278144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3c10029714479f" /><Relationship Type="http://schemas.openxmlformats.org/officeDocument/2006/relationships/notesMaster" Target="/ppt/notesMasters/notesMaster1.xml" Id="Rbb6e2ac032314c0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0eb2b694d4496c" /><Relationship Type="http://schemas.openxmlformats.org/officeDocument/2006/relationships/notesMaster" Target="/ppt/notesMasters/notesMaster1.xml" Id="Rb9cc45956c2a4d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c572796661460f" /><Relationship Type="http://schemas.openxmlformats.org/officeDocument/2006/relationships/notesMaster" Target="/ppt/notesMasters/notesMaster1.xml" Id="Ra6e51b7ef6f245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1b5db3a94243b2" /><Relationship Type="http://schemas.openxmlformats.org/officeDocument/2006/relationships/notesMaster" Target="/ppt/notesMasters/notesMaster1.xml" Id="R6a37515638234ad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c17dc86af0343c0" /><Relationship Type="http://schemas.openxmlformats.org/officeDocument/2006/relationships/notesMaster" Target="/ppt/notesMasters/notesMaster1.xml" Id="R28a3a74cb9f24d1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22999a1366e41e3" /><Relationship Type="http://schemas.openxmlformats.org/officeDocument/2006/relationships/notesMaster" Target="/ppt/notesMasters/notesMaster1.xml" Id="R2feb8a96f88f4b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dc6f401af046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335b257f7e48d9" /><Relationship Type="http://schemas.openxmlformats.org/officeDocument/2006/relationships/slideLayout" Target="/ppt/slideLayouts/slideLayout1.xml" Id="R6c6b6311d1f440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6b6311d1f440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a16ce36164ec0" /><Relationship Type="http://schemas.openxmlformats.org/officeDocument/2006/relationships/notesSlide" Target="/ppt/notesSlides/notesSlide1.xml" Id="R843ee82eeb1245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6dd7ace354acd" /><Relationship Type="http://schemas.openxmlformats.org/officeDocument/2006/relationships/notesSlide" Target="/ppt/notesSlides/notesSlide2.xml" Id="R26e543b5ec7047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4496a50f042f1" /><Relationship Type="http://schemas.openxmlformats.org/officeDocument/2006/relationships/notesSlide" Target="/ppt/notesSlides/notesSlide3.xml" Id="Rafeca9f8abea41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043d51fe5457e" /><Relationship Type="http://schemas.openxmlformats.org/officeDocument/2006/relationships/notesSlide" Target="/ppt/notesSlides/notesSlide4.xml" Id="R6c3065039af444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b2cbd86fa48bf" /><Relationship Type="http://schemas.openxmlformats.org/officeDocument/2006/relationships/notesSlide" Target="/ppt/notesSlides/notesSlide5.xml" Id="R352435da6d6b4a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8f16eb3d34321" /><Relationship Type="http://schemas.openxmlformats.org/officeDocument/2006/relationships/notesSlide" Target="/ppt/notesSlides/notesSlide6.xml" Id="R31fc0a6577aa4c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48129805f4ad4" /><Relationship Type="http://schemas.openxmlformats.org/officeDocument/2006/relationships/notesSlide" Target="/ppt/notesSlides/notesSlide7.xml" Id="R7c7fdc860d724c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b292fabd84665" /><Relationship Type="http://schemas.openxmlformats.org/officeDocument/2006/relationships/notesSlide" Target="/ppt/notesSlides/notesSlide8.xml" Id="Rf1d488ea575c48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2c6f2db2f44c4" /><Relationship Type="http://schemas.openxmlformats.org/officeDocument/2006/relationships/notesSlide" Target="/ppt/notesSlides/notesSlide9.xml" Id="R81c075aaee1440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517b2bb614e58" /><Relationship Type="http://schemas.openxmlformats.org/officeDocument/2006/relationships/notesSlide" Target="/ppt/notesSlides/notesSlide10.xml" Id="R0532f39ddbdd42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c994b37d2411e" /><Relationship Type="http://schemas.openxmlformats.org/officeDocument/2006/relationships/notesSlide" Target="/ppt/notesSlides/notesSlide11.xml" Id="R9fba7199324146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2f68377b44d38" /><Relationship Type="http://schemas.openxmlformats.org/officeDocument/2006/relationships/notesSlide" Target="/ppt/notesSlides/notesSlide12.xml" Id="Rb63854aeabc448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e598c84744b2f" /><Relationship Type="http://schemas.openxmlformats.org/officeDocument/2006/relationships/notesSlide" Target="/ppt/notesSlides/notesSlide13.xml" Id="R1d7d8d4fae0c41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47b18b926464c" /><Relationship Type="http://schemas.openxmlformats.org/officeDocument/2006/relationships/notesSlide" Target="/ppt/notesSlides/notesSlide14.xml" Id="Rb704af54c4b043a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0158e10bd49e8" /><Relationship Type="http://schemas.openxmlformats.org/officeDocument/2006/relationships/notesSlide" Target="/ppt/notesSlides/notesSlide15.xml" Id="R0cbd991632d24aa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958190fea41e6" /><Relationship Type="http://schemas.openxmlformats.org/officeDocument/2006/relationships/notesSlide" Target="/ppt/notesSlides/notesSlide16.xml" Id="R1fe8d71cce844b6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c32f8fb2f4e39" /><Relationship Type="http://schemas.openxmlformats.org/officeDocument/2006/relationships/notesSlide" Target="/ppt/notesSlides/notesSlide17.xml" Id="R528e9c4ba69e45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D0F126-A7A0-41BE-A1B8-16D27A0A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962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Real-time bildirimlerde SSE altyapısı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A3606-11A1-4E2B-9BC3-B18D6783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383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Dosya, metod ve kod bloğu bazlı görsel okuma sunumu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80424-6645-49F3-AEB0-D7547EC8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21C11-C777-4953-B4A6-6F6C9D8F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B40D9-404C-4C02-96A6-A6715D64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4325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B8282-E60C-41E2-A037-4BA854D5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Amaç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BD39E-FC57-4999-85D9-3E379722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SignalR zorunlu olmayan tek yönlü canlı bildirimleri hafif SSE hattına taşımak.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B37A3-023C-42D5-B858-6722A0C8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90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Okuma biçimi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E6E9C-62C8-4DD5-9FF4-9EF14616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7190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Her slaytta dosya, metod, kritik kod bloğu ve sistemdeki sonucu birlikte gösterilir.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E6764-6D23-4F27-B1F7-A34892C5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90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Kapsam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11236-777C-48B1-BBCD-7EB3951E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7190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Payload, event handler, SSE endpoint, bağlantı yöneticisi ve movement akışı.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697B3-F2AE-4289-8911-6AAE3D18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086326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EEB936-CC5B-4633-B5DA-212D464A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SSE BILDIRIM ALTYAPISI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CD5FF-9C31-4412-A02D-AE99D0D6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burada SignalR'ın yerine değil, daha hafif bir taşıyıcı olarak duruyor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3D8B4-30BA-4F56-93FB-2D712A47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4FD6F-BB4B-4DE3-BA75-D74072FA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7AC05-A63B-4FD0-A98D-7C06141F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A3D8A-A34D-47C9-A5DB-0ED96A11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Domain/Application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olay üretir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27185-80D6-4B24-A068-ADBEC6AE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19375"/>
            <a:ext cx="69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72ABA-CBA8-4FE7-A396-C019795F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860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DC9AE-3948-4BD4-B469-975BF4C1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7B789-2865-4DA3-822F-F4199157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67C65-5D4E-46EF-A900-E613DE15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241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Notification handler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payload hazırlar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3CEF2-ADDB-486B-94D0-179C5533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19375"/>
            <a:ext cx="69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5B77E0-A412-4B2B-922E-415C02D4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4860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2157F2-B6C2-42E2-9883-B3624E74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274D17-90F2-4E49-A678-10EE08B5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62C55-A4D2-417B-8775-2B04F598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IInventoryNotificationSender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kanalı soyutlar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72823C-48BD-4184-967B-BEE246E8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19375"/>
            <a:ext cx="69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B2BEC3-D118-4093-919E-B8CA3C54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4860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B763B0-E0A7-4F0F-A9D3-DA4A8EC3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90750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CC3010-4FAE-441E-8774-27694A32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9075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601F82-9E15-41F3-87C2-D9387FF7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241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stream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client'a akar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EC828-CED1-4807-B4C9-050194AC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33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865AD7-FE52-44C7-B512-B9C27158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Ana fikir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D34B39-B998-41EF-95A6-FDEF5D92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Bildirimin içeriği kanal bilmez.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Handler sadece 'kime ne gidecek?' sorusunu çözer.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ve SignalR aynı payload'u farklı yollardan taşıyabilir.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427EDC-A4B2-48D6-8F65-840865C8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5391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3A9EB8-2796-4ED9-8275-560F6184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Neden bu ayrım önemli?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37EFC7-67C2-4069-8335-45E718E7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5010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Yeni bildirim tipi eklemek için sender yazılmaz.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Yeni taşıyıcı eklemek için handler kopyalanmaz.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Kod, 'bildirim üretme' ve 'bildirim taşıma' diye ikiye ayrılır.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1931FE-E571-40D9-BA07-CCE72F75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922058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9E3DC2-5E59-4BB3-98D5-420C550F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SSE BILDIRIM ALTYAPISI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A65CB-1406-40D2-99E0-0DB97C47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Dosya haritası katmanları birbirinden ayırıyor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E4DC4-F066-44C1-A294-D70C89E8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B286D-E589-4680-9650-FA486182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7366C-9711-4275-84B9-62235E8A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8595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18332-E9E5-40D6-9049-3FE4D637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85950"/>
            <a:ext cx="4552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45FB5-0301-45CF-9E9B-4893BDFB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Application.Contracts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49548-AEB7-4C70-BE38-2E93DEC7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19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InventoryNotificationPayload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53C0F-18BB-4572-8E93-F442514F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1930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Client'a giden JSON şekli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7B741-57BB-4401-94BD-66F39C8C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4BF64-CE93-4B33-9DB3-91C01EDD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1460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2BE1F-0E6C-4E95-891E-42B4BF7B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14600"/>
            <a:ext cx="4552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97393-0731-4B73-BB2C-E9DCA01D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Domain.Interface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1B02C-BEBA-4B0E-A255-5B7CCA83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479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IInventoryNotificationSender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942E1-CB26-43CD-AD20-85D14D6E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479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Taşıyıcı sözleşmesi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714EC-F871-4103-A4BA-F440F52E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C09399-07D0-43B6-904B-00CC027B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4325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2BC4E-157E-4B76-9CDE-97DF42F1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43250"/>
            <a:ext cx="4552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2BD7AC-07AE-4F5E-B4DD-114FA471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7010F6-1B3C-48AB-94F4-9DF1CFCC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766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NotificationEventHandler&lt;T&gt;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6A1619-9087-4D2E-BB5A-4033C2C7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7660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Event'i payload'a çeviren ortak base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5D916C-F442-4420-8C93-A13ECAD7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11E014-CA4A-46A9-B54F-CA96234D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7190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AB33CC-6164-43C7-A1A6-5FE7F6C0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71900"/>
            <a:ext cx="4552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81B89E-69A2-4289-925B-EA41F284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Application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603C34-673F-45D5-B202-73042CAE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052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Workflow / Warehouse handlers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214CD8-F0EF-4178-9EDD-D4414FE5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052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İki gerçek bildirim senaryosu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50B40A-DC70-480B-A930-C6BB0524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DC9ED4-9BDE-4C0D-8C22-9971477D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0055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38ECDA-82E6-4ADD-B985-4D53B58E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00550"/>
            <a:ext cx="4552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F2E94F-DFA9-4A10-AC8C-C5CE1316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Domain.Shared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09D662-E0E4-499B-96C5-8163DB6F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339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Constants + ETO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533045-01E1-4059-B342-29ED2114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3390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Event adları, mesajlar, event veri zarfı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0CC58E-D735-430F-A07C-A112A855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4C980D-5DA9-40E1-8889-D9A1EB99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2920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F82CA6-1857-447F-B4FC-A4D92D95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29200"/>
            <a:ext cx="4552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C6C583-92F5-4389-97C0-B1584278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HttpApi.Host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CB5E8C-8FCF-4B7D-B827-FC7C73E8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625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endpoint + connection manager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E8E850-5D59-4EDE-B252-4C2A2EC5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1625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Açık bağlantı ve stream yönetimi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D44AFD-13C7-490F-88A1-20138781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60723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98739A-FFB0-4DEA-9EF1-3100C18A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SSE BILDIRIM ALTYAPISI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C2C3F-C6BE-41C4-8C9D-A11BBCD3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Sabitler client ile server arasında ortak sözlük kuruyor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3DC8B-D3E3-43D9-BCC5-DDB1DB38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D6BD6-DF64-4217-9AAF-B3BD4F7A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2197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7FBD7-A241-4D05-BA7C-572E1075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Domain.Shared/Constants/Notifications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5E55C-AECC-4543-BAE5-18023514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SseEvents + Types + Messages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68B64-707B-4A15-AD33-EA8C7CBE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49149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StreamPath = "/api/notifications/stream"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InventoryNotification = "inventory-notification"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Heartbeat = "heartbeat"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WorkflowStepAssigned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WarehouseStockDispatched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Yeni onay bekleniyor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Depodan urun cikisi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A2EB5-DB16-430D-8C84-66AB1AF8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5486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82BFB-5740-400F-88A2-97882999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510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 blok sayesinde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91714-1904-4EF7-A056-2538372A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51054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Client dinleyeceği endpoint'i tek sabitten bilir.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event adı string olarak dağılmaz.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Bildirim tipleri sabitlenir; UI switch/case yazarken güvenli olur.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Mesaj metinleri handler içine gömülmez.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45E0DE-D44E-428F-9B5D-623F7717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269537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4B42D6-7EA4-40CC-AD46-67C98FDA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SSE BILDIRIM ALTYAPISI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6F111-5679-48FA-B0CC-E8DD27E7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Payload ve sender arayüzü bildirim formatını kanal dışına çıkarıyor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06FB5-7854-4FAF-AC2F-B593A237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2704D-DCAB-436A-9637-DCE38E3C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219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C1E79-C30C-4AAA-8B02-EF2B23A7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Application.Contracts/Dtos/Notifications/InventoryNotificationPayload.cs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54761-5C18-4B9E-A9BF-A21CAE57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class InventoryNotificationPayload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D818F-CAD2-4404-9288-BC7503CE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49149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string Type { get; set;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string Title { get; set;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string Message { get; set;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string EntityType { get; set;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Guid EntityId { get; set; }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DateTime CreatedAt { get; set; 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884F2-EAAE-4107-AEF3-EA0D91A0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5219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FB615-6B05-4D41-8A46-712DA711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9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Domain/Interface/Notifications/IInventoryNotificationSender.cs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7E868-265F-480C-B879-E19A41C6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20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SendToUserAsync(Guid userId, InventoryNotificationPayload payload)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581F5-AC5B-4983-AED3-CD343FCB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4914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60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interface IInventoryNotificationSender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Task SendToUserAsync(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Guid userId,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InventoryNotificationPayload payload);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57711-A47A-4989-B76A-E83FE717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54864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18A5B-300A-46B5-9E59-32A740A3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510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Ders gibi okuyalım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682894-3671-4099-8C51-7FD58FF1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51054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Payload: 'client'a ne göstereceğim?' sorusunun cevabı.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Sender: 'bunu hangi kanaldan taşıyacağım?' sorusunun soyut cevabı.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Handler payload üretir; SSE/SignalR implementasyonu taşıma işini yapar.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148230-6D7D-4F92-A518-F06AFFD5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13090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D069A7-4ED4-407A-9109-15FED4EB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SSE BILDIRIM ALTYAPISI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9D048-7053-4B3D-9342-A9CFECA9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Generic handler tekrar eden bildirim akışını tek yerde topluyor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9B17F-87A7-4DE3-AC83-956D2F47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C8B35-97D7-4800-BF22-78EA98B8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905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FFEF2-9EB1-40C1-AB8E-8E6E374F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Application/EventHandlers/Notifications/NotificationEventHandler.cs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0492E-852E-42F7-A5B7-62701A67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560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HandleEventAsync(TEvent eventData)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3EDBE-EACB-4BAB-ACA5-A2F938D6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56007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targetUserId = await ResolveTargetUserIdAsync(eventData);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if (!targetUserId.HasValue) return;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payload = CreatePayload(eventData);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payload.CreatedAt = DateTime.UtcNow;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foreach (var sender in _notificationSenders)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await sender.SendToUserAsync(targetUserId.Value, payload);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AB69C-0965-445D-810D-B72B4B9C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85950"/>
            <a:ext cx="49149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AB00E-E8C9-4916-AD73-209292A5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3835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 metodun görevi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E8A94-8160-47B8-8A04-D8C42281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7450"/>
            <a:ext cx="45339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Event'ten hedef kullanıcıyı bulur.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Kullanıcı yoksa sessizce çıkar.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Payload'u üretir ve zaman damgası koyar.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4. Sistemde kayıtlı tüm taşıyıcılara aynı payload'u yollar.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6029E-CDBC-4673-8FA4-4BE42F5C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07208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BAB9D7-32AC-485B-8A89-40605892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SSE BILDIRIM ALTYAPISI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23A7E-8B32-4D1D-A91B-B7821C07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Workflow bildirimi event'in üstündeki atanmış kullanıcıya gider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33C13-E80D-4D8C-9E6F-D248F49C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9501A-513C-4DA1-8082-14C4792B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572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B506C-52D9-4160-83AD-B1D70D15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5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Application/EventHandlers/Notifications/WorkflowStepAssignedNotificationHandler.cs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79F90-5079-482D-AD8D-4CC9A451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626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ResolveTargetUserIdAsync + CreatePayload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BD08D-C52A-4B68-AC41-190F3A76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626745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protected override Task&lt;Guid?&gt; ResolveTargetUserIdAsync(WorkflowStepAssignedEto e)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return Task.FromResult(e.AssignedUserId);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return new InventoryNotificationPayload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Type = WorkflowStepAssigned,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Title = WorkflowStepAssignedTitle,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EntityType = e.EntityType,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EntityId = e.EntityId,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WorkflowInstanceStepId = e.WorkflowInstanceStepId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A26CA-1FA0-435C-AE9C-9D0A308A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3434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D4FAF-3D8A-4954-A271-4D4DD84D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33650"/>
            <a:ext cx="396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 kod sayesinde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0BF33-ECC1-4FDA-A3E0-830235A3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52750"/>
            <a:ext cx="39624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Workflow step hangi onaycıya atandıysa bildirim ona gider.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Bildirim hareket talebine ve workflow adımına bağlanır.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Client bildirime tıklayınca ilgili onay ekranına gidebilir.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C960E-F6D1-48AC-AFF1-E1B6326C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044760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3FD99B-29A0-4D2C-92A0-9E166DC7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SSE BILDIRIM ALTYAPISI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E9102-67A7-4AF0-BB16-BFF1CE1B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Depo çıkışı bildirimi dispatch başına tek event olarak tasarlanmış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62164-37F7-4B7C-A281-CBFC2D17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AF951-C105-41DF-9C63-77346105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096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73596-0BE6-4FEB-8763-08FC0A90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Application/EventHandlers/Notifications/WarehouseStockDispatchedNotificationHandler.cs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0D979-4BBA-4E75-A1C0-5A48108A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579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ResolveTargetUserIdAsync(WarehouseStockDispatchedEto)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4E3E5-0E7C-4686-824D-456421E1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57912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warehouse = await _warehouseRepository.FindAsync(eventData.SourceWarehouseId);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if (warehouse?.ManagerWorkerId == null) return null;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managerWorker = await _workerRepository.FindAsync(warehouse.ManagerWorkerId.Value);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return managerWorker?.UserId;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96A08-1570-483A-AE3B-0A5EB79E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609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EA1DC5-F333-48BE-8881-562E1031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same 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124B6-BF8A-4BE3-A6D6-5B65F904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579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CreatePayload(WarehouseStockDispatchedEto)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E0D72-26FF-4932-94D7-524A64F9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43550"/>
            <a:ext cx="5791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EntityType = nameof(MovementRequest)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EntityId = eventData.MovementRequestId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3C9BB-3E49-4C93-BB00-28CF3056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4724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C0A79-F214-4823-B22B-3D3E2B72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3365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Okuma sonucu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1D32D0-FE3A-4654-B60C-1EC176D2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52750"/>
            <a:ext cx="4343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Hedef kullanıcı transaction'dan değil, kaynak deponun manager worker ilişkisinden bulunur.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Entity hedefi MovementRequest olarak bırakılmış; UI talep detayına dönebilir.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Yorumlarda amaç net: sevkiyat kaç satır olursa olsun tek bildirim.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22A7A1-5BC9-45CA-A7C7-22C5757E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166576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A9528B-55CF-40DF-9A37-A0D5B3E7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SSE BILDIRIM ALTYAPISI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67B87-789B-4FA1-8F09-FC0FA64E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Host modülü SSE stream endpoint'ini HTTP pipeline'a bağlıyor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629BC-1274-4525-89DC-FF61524F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92307-4A7C-46C1-8DC0-F8B18886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572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27B07-303F-45DC-A62F-3665B3C6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HttpApi.Host/InventoryTrackingAutomationHttpApiHostModule.cs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6DC51-9CF0-49FF-BDB2-BCCC89B8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626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endpoints.MapGet(...).RequireAuthorization()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A9F56-C629-4F8A-98F9-BB315206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6267450" cy="28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endpoints.MapGet(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InventoryNotificationConstants.SseEvents.StreamPath,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(HttpContext httpContext, ICurrentUser currentUser,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InventorySseConnectionManager connectionManager) =&gt;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TypedResults.ServerSentEvents(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    StreamInventoryNotificationsAsync(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        connectionManager,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        currentUser.GetId(),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        httpContext.RequestAborted)))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.RequireAuthorization();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F432B-CFEE-45DB-A0F1-C817542B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43434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DC552-EBA4-4BCD-B3EC-31E2B2EE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47900"/>
            <a:ext cx="396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 blok çalışınca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F1C1D-05AB-4CC1-80D4-DC8BBDCD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39624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Client GET /api/notifications/stream çağırır.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Kimlik yoksa stream açılmaz.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CurrentUser.GetId() ile bağlantı kullanıcıya bağlanır.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RequestAborted client kapatınca stream'i durdurur.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730F40-8F85-40EF-9229-4E9370A5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283679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C270AF-2DE6-48C8-89DB-F329E0F2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SSE BILDIRIM ALTYAPISI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158FE-9051-4629-AB14-E5DBB7A8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Stream metodu kanala gelen payload'u SSE event'i olarak dışarı akıtıyor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ABF2B-4A2B-4D10-81BC-73C4E89A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A0420-B805-4BFE-BBD4-20EF4EDC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572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AE13E-9D68-4E8B-98FD-E51A58BE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HttpApi.Host/InventoryTrackingAutomationHttpApiHostModule.cs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3E547-AB33-473A-A409-9404E636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626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StreamInventoryNotificationsAsync(...)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08AEA-FE9C-4880-AEF8-492C09FF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626745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using var subscription = connectionManager.Subscribe(userId);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await foreach (var payload in subscription.Reader.ReadAllAsync(cancellationToken))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yield return new SseItem&lt;InventoryNotificationPayload&gt;(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payload,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    InventoryNotificationConstants.SseEvents.InventoryNotification);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25CF9-A06A-4B3E-846A-A9B0BCE9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4343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2B50C-9310-4D01-AB5B-459C9441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47900"/>
            <a:ext cx="396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Buradaki kilit fikir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29C29-D1CA-4E7C-996C-5C876416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3962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Subscribe: kullanıcı için özel okuma kanalı açar.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ReadAllAsync: bağlantı açık kaldığı sürece bekler.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yield return: her payload'u SSE formatında client'a yollar.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using: bağlantı bitince subscription dispose olur.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06296-D226-433A-84CB-36315A14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18175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36ECA1-8276-47CD-BF85-B720D81F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SSE BILDIRIM ALTYAPISI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23009-AAF1-4987-8F73-352BA277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Connection manager açık SSE bağlantılarını kullanıcı bazında tutuyor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2128D-9E06-468E-96ED-9D1E1CDD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4EF33-B474-485E-B811-D1868E2C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572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2A32B-6E2D-4D3F-AE2F-0EE4352E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626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HttpApi.Host/Notifications/InventorySseConnectionManager.cs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54AD4-A682-43BB-8B15-C3A30E27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626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Subscribe(Guid userId)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81E3B-34FB-47A4-AD6E-A3D48015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62674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connectionId = Guid.NewGuid();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channel = Channel.CreateBounded&lt;InventoryNotificationPayload&gt;(...);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userChannels = _connections.GetOrAdd(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userId,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_ =&gt; new ConcurrentDictionary&lt;Guid, Channel&lt;InventoryNotificationPayload&gt;&gt;());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userChannels[connectionId] = channel;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return new InventorySseSubscription(this, userId, connectionId, channel.Reader);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7AF3B-6A69-4C19-89B0-7F017038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4343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9EED8-AB9A-428D-B787-62592A68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47900"/>
            <a:ext cx="396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Neden dictionary içinde dictionary?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0006F3-659C-4A3A-98B9-170C0E46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3962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Dış dictionary: kullanıcı id -&gt; bağlantılar.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İç dictionary: connection id -&gt; channel.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Aynı kullanıcı iki sekme açarsa iki channel tutulur.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Bildirimi aynı kullanıcının tüm açık client'ları alır.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C03D1-3FCC-402E-87FC-8186DF1C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883202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0F6D2F-0189-416A-84C9-B56C20E6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SSE BILDIRIM ALTYAPISI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9B657F-A814-4713-A8B0-49FFC7B6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Send ve Dispose blokları bağlantı yaşam döngüsünü kapatıyor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2E092-1253-4981-8B16-10743596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C11A4-65EF-4C14-818D-6041095B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2197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E8122-947E-40D3-83E7-7D1DE5E8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InventorySseConnectionManager.cs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F2C80-2E6C-476E-B93C-FDBBBB41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87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SendToUser(Guid userId, InventoryNotificationPayload payload)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F7C88-4E49-408A-A65F-716BB527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49149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if (!_connections.TryGetValue(userId, out var userChannels)) return;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foreach (var channel in userChannels.Values)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channel.Writer.TryWrite(payload);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94665C-84F7-4E80-8C70-9570238C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5219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7170A-8526-4B42-AC2A-9B39B94A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InventorySseSubscription.cs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676F7-655B-48EB-AFD4-C3F0E529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Dispose()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CEA96-F810-473F-B4A0-1CB8F979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4914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void Dispose()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_connectionManager.Unsubscribe(_userId, _connectionId);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F05E1-D48F-41BB-8BAD-B36AFE6C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54864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DEE94-6105-4E34-B112-C336358A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510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 iki blok birlikte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936A97-4D5E-41EE-858F-ECDEE77E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51054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SendToUser açık kanal yoksa hata fırlatmaz.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Açık kaç kanal varsa hepsine yazmaya çalışır.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Dispose ise client kapatınca connection kaydını temizler.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Böylece memory'de eski bağlantılar birikmez.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6BC2F-7668-4408-A454-56DF0B00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717906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1584B8-E8FC-43E7-8D6C-5043C2D0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SSE BILDIRIM ALTYAPISI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1BC3B-3E53-48A4-9314-B62E5725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sender sadece payload'u connection manager'a teslim ediyor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A6A6A-A9B6-4C14-9421-917ECEF1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A9A5B-038E-4ADD-B0FB-13683666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619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19342-BBD3-44C0-AC6A-08AFEEF0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588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HttpApi.Host/Notifications/SseInventoryNotificationSender.cs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C1DA8-A0DF-4ED3-B2B1-D7AF464E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588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SendToUserAsync(Guid userId, InventoryNotificationPayload payload)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A6175-2704-4AD7-A549-6A0856AE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58864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public Task SendToUserAsync(Guid userId, InventoryNotificationPayload payload)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_connectionManager.SendToUser(userId, payload);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return Task.CompletedTask;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208A4-59EA-48EC-8B81-F3087724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46101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C3DA5-B19E-4AD9-A5FF-414339E2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52650"/>
            <a:ext cx="422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 sınıfın rolü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FC32E-C85A-4E5F-BA28-910D8F5D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71750"/>
            <a:ext cx="42291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Handler bu sınıfı bilmez; sadece interface'i bilir.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implementasyonu bağlantı yöneticisine delege eder.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Asıl streaming işi endpoint tarafındaki async enumerable'da yapılır.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B01C0-E4EE-46D8-944A-95B7B94B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05375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D5C18-8E86-4EC6-81BB-31C01643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053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841C8-A9B0-4D6D-922A-FCDF2820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038725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NotificationEventHandler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6E656-2350-41DB-8E61-79FD859E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238750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10B1D-20EA-45F2-9DE3-6EC73843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05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6CBEF4-75AC-4031-9068-F808CF0B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05375"/>
            <a:ext cx="295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BF61B-A592-43D1-8F0B-35A299B0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053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92A128-87DF-49D9-A4AE-71955BF5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03872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SseInventoryNotificationSender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B55FBB-6A52-4DC8-9A7D-AE2E5F3C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38750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C1BB21-F74C-458A-863F-52FB865C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05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8D947D-53E0-4D63-8873-B3EA7328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0537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705C9C-0571-4412-89AF-59531573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053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9AD41D-3901-4F8A-9E1E-D9F05929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0387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InventorySseConnectionManager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823B6F-D94D-4DE5-AF60-72DDCB8B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205081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7860FF-D951-4296-84C4-80AB5BB3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SSE BILDIRIM ALTYAPISI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67EEA-4234-497C-BCF6-A05D2D32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Hareket talebi oluşturulunca ilk workflow adımı bildirim üretir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43246-A2AD-4774-B095-0EB60CC6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E9F36-9291-40BB-99DC-C4C9FD7F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6096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C5DA6-1B08-40F2-B9C3-63D81DAE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MovementRequestAppService.cs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A0A4B-13EE-43FA-89E9-86A72094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579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CreateAsync(CreateMovementRequestDto input)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3FC0A-29E5-4DD6-8130-3CC9F32C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57912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7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workflowInstance = await _manager.AssignWorkflowAsync(entity, currentUserId);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var inserted = await _repository.InsertAsync(entity, autoSave: true);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if (workflowInstance != null)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await _manager.PublishInitialWorkflowStepAssignedAsync(workflowInstance);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BFECE-476B-45F5-83B2-1C2F73AF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609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04C5A-AE26-4E77-908F-95C8B515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579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MovementRequestManager.cs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09846-23AF-4551-A6A0-C1035E20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579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PublishInitialWorkflowStepAssignedAsync(...) 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0EBEE-AAE6-42D0-B2EC-DF648BE4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5791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508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return _localEventBus.PublishAsync(new WorkflowStepAssignedEto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WorkflowInstanceId = workflowInstance.Id,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WorkflowInstanceStepId = firstStep.Id,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EntityType = workflowInstance.EntityType,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EntityId = workflowInstance.EntityId,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AssignedUserId = firstStep.AssignedUserId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});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5489F-CB96-484E-A2CA-F3E7B0E0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4724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CA693-9D50-4C16-803E-FCEE8D0C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3365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Süreç sonucu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41BB5-E4D3-485B-A4D8-54B643EA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52750"/>
            <a:ext cx="4343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CreateAsync entity'yi ve workflow'u hazırlar.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Insert sonrası ilk step için event yayınlanır.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WorkflowStepAssignedNotificationHandler bu event'i bildirime çevirir.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Son adımda SSE sender açık stream'e payload yazar.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20C757-7E75-4A12-B0ED-ECEF9243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363218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6F20BC-844F-49FE-A1B3-FFB097B3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SSE BILDIRIM ALTYAPISI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47AF0-78A5-4B15-A7B2-8068AA03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Dispatch sonrası depo sorumlusuna tek bildirim gider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6314E-DD68-4020-851E-0FAFEB05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E02FE-4223-46F3-911C-3A869E7C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63817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FCC4F-A5A2-49DF-9996-C2F994C0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607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93C5FD"/>
                </a:solidFill>
                <a:latin typeface="Cascadia Mono"/>
                <a:ea typeface="Cascadia Mono"/>
                <a:cs typeface="Cascadia Mono"/>
              </a:rPr>
              <a:t>MovementRequestManager.cs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AF542-7EAF-4ADF-99E1-83312674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607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BBF24"/>
                </a:solidFill>
                <a:latin typeface="Cascadia Mono"/>
                <a:ea typeface="Cascadia Mono"/>
                <a:cs typeface="Cascadia Mono"/>
              </a:rPr>
              <a:t>DispatchAsync(...)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B4430-4AAD-4169-92E6-933E288A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6076950" cy="2486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foreach (var lineContext in lines)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await _stockTransferManager.ExecuteAsync(new StockTransferModel { ... });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await _localEventBus.PublishAsync(new WarehouseStockDispatchedEto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MovementRequestId = request.Id,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    SourceWarehouseId = context.SourceWarehouseId.Value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E5E7EB"/>
                </a:solidFill>
                <a:latin typeface="Cascadia Mono"/>
                <a:ea typeface="Cascadia Mono"/>
                <a:cs typeface="Cascadia Mono"/>
              </a:rPr>
              <a:t>request.Status = MovementStatusEnum.Shipped;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E9574-2F16-4597-8F0E-E2EDA536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45339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29E152-4184-4783-87C2-8AD299F7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 tasarımın farkı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1C880-7280-4B1A-9A2B-2AB03A7C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67000"/>
            <a:ext cx="41529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Stok satırları çok olabilir; bildirim dispatch başına tek event olur.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WarehouseStockDispatchedEto sadece bildirim için gereken bağlamı taşır.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Handler kaynak depodan sorumlu kullanıcıyı çözer.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09A18-52D6-489D-B27B-5D3B7AF1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95875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8C667-BB0A-42B9-86DE-53817B84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9587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5F5A5-BF06-4277-B803-93038049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229225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Dispatch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934CA7-FE0A-4F2E-BFFB-FD5E45DC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57833-7800-4983-A2D3-BF8CE5CD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2387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0C1D8-7174-44A5-A1D0-96AB673D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095875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DD8E0-FEE3-4103-9973-050788E1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09587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AFD3A-FA95-4C1C-BD6B-CAFDF368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2922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StockTransfer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4E804F-A17F-4343-B076-CC3936D6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3721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F62DC-8C5B-486F-A635-A7D5DD2F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2387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43651-3171-4BCA-B1DF-0B3D052F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95875"/>
            <a:ext cx="819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9017E5-4F1B-4378-B990-C3C813EC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95875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86FAC8-35F2-4C50-A197-1CC7EC67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229225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A4E583-FEC2-402E-9650-816DF5F0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92440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510E5E-96FE-4776-B585-29E9A73A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SSE BILDIRIM ALTYAPISI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638E8-4622-4B84-AD63-03A196C4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Uçtan uca canlı akışta client önce dinler, sonra event geldiğinde veri akar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43B20-1166-4B1A-8B59-967DA121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84ECF-E23C-4682-91E0-2268D4B5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238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9EF4F-A90B-4071-8C79-F1AEAF7C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A0655-EAB0-4249-97BA-AB237D70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28850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Client stream açar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GET /api/notifications/stream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B0625-8796-48CF-BFB7-5707AE79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59080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FBA8C-32C4-422F-B7E3-556D66CD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574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F7117-3C53-4AA8-A9EB-1959B003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2238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B337E-20E3-4193-87EB-EB03B2D6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F1179-997D-443D-80AC-3B9628E0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28850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Endpoint Subscribe(userId) ile kanal açar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B726D-304E-4BE6-850A-A71AFE91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9080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BFC26-C44F-4C5F-AD2A-89611433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C7721-2B0F-4B16-91B2-F34EA78B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2238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4136B-5AE8-4223-9706-BB8FEABA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9B963-97FF-4A7B-9DB0-9F28D570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1952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Domain event handler payload üretir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DC8108-1DB8-4A65-9314-896A82C4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59080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00AE90-B042-4469-8FCF-EB51E4A6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574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49BE3A-899C-4683-97C5-E3BF2DD4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095500"/>
            <a:ext cx="2333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BC8488-3028-4C91-9359-CAB3E506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0955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3E640B-AB75-4E19-92F1-27FA72BD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228850"/>
            <a:ext cx="2047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sender channel.Writer.TryWrite yapar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51D36A-2008-48AC-B320-CBB366C8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277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BDAFEF-68AB-41C9-8922-1248B1ED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ServerSentEvents + IAsyncEnumerable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EF75BF-4F3A-42DD-B309-3657676C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434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Kanalda payload belirince stream metodu bunu inventory-notification adlı SSE event'i olarak client'a gönderir.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D55EA1-6D6F-4D95-80A9-B132B9B3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741814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9FAF73-E94D-4E39-8A77-552EE54E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SSE BILDIRIM ALTYAPISI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BD155-0710-4791-BBC1-299CAFBD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Mevcut durum: taşıma büyük ölçüde ayrılmış, birkaç entegrasyon noktası kontrol edilmeli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B66EA-F217-4CAE-8EB1-1ED54E62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088B2-38B4-4257-A3B1-96063671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FC5AF-5DCE-4EA3-B6A2-E1F1AE33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4838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Tamamlanan fikir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38258-6E62-4F3B-8F23-9C3FBE6E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48387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Payload Application.Contracts altına taşınmış.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Sender interface Domain.Interface altına alınmış.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Workflow ve Warehouse bildirimleri ortak base handler kullanıyor.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Host SSE endpoint'i ve connection manager üzerinden stream açıyor.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FE0D4-DCA7-4590-9908-93287915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5486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9B1D1-7DDA-4321-AE2F-E5CDA950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510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Kontrol edilecek yerler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63217-8BC9-42DA-B30E-E76AC4C3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51054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Host sender sınıfları yeni interface namespace'i ile uyumlu olmalı.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SseOptions içindeki heartbeat ve capacity gerçekten kullanılmalı.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Build ile eski host handler/payload silme taşıma sonucu doğrulanmalı.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için Swagger yerine gerçek EventSource/fetch test akışı denenmeli.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E7ED5-BCAE-4BC9-9191-D396369B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Öğrenme notu: burada önemli olan 'SSE kodu yazıldı' demek değil; bildirimin doğduğu yer, payload'a çevrildiği yer ve client'a aktığı yerin ayrı okunması.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0F6BA3-970B-4717-AF92-C9505D28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51291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2026-07-03T11:36:54.2580000Z</dcterms:created>
  <dcterms:modified xsi:type="dcterms:W3CDTF">2026-07-03T11:36:54.2580000Z</dcterms:modified>
</coreProperties>
</file>